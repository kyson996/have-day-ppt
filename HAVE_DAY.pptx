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HAVE DAY · PRODUCT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AI 驱动的电子日记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— 2026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AI 驱动的电子日记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 i="0">
                <a:solidFill>
                  <a:srgbClr val="F1EFEA"/>
                </a:solidFill>
                <a:latin typeface="PingFang SC"/>
              </a:defRPr>
            </a:pPr>
            <a:r>
              <a:t>HAVE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BBBBBB"/>
                </a:solidFill>
                <a:latin typeface="PingFang SC"/>
              </a:defRPr>
            </a:pPr>
            <a:r>
              <a:t>记录每一天，美好每一天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AAAA"/>
                </a:solidFill>
                <a:latin typeface="PingFang SC"/>
              </a:defRPr>
            </a:pPr>
            <a:r>
              <a:t>在这个 AI 时代，用最自然的方式记录生活——说一句话、拍一张照，AI 帮你写成有温度的日记。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产品发布会 · 2026  ·  HAVE DAY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ACT I · 为什么需要 HAVE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数据来源 · 综合研究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一个你可能不想承认的事实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A0A0B"/>
                </a:solidFill>
                <a:latin typeface="PingFang SC"/>
              </a:defRPr>
            </a:pPr>
            <a:r>
              <a:t>我们每天都在遗忘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PingFang SC"/>
              </a:defRPr>
            </a:pPr>
            <a:r>
              <a:t>人类大脑不是硬盘，记忆会褪色、扭曲、消失。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Forgetting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一天内忘记70%的新信息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Daily Moments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60K+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每人每天约6万个念头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Photo Taken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5.3亿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全球每天拍摄的照片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Journaling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&lt;8%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坚持写日记的人不到8%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937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Life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66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人生重要时刻没文字记录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937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Search Photos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166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A0A0B"/>
                </a:solidFill>
                <a:latin typeface="PingFang SC"/>
              </a:defRPr>
            </a:pPr>
            <a:r>
              <a:t>12min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PingFang SC"/>
              </a:defRPr>
            </a:pPr>
            <a:r>
              <a:t>平均找旧照片的时间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ACT I · 记录方式的演变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历史与未来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从古至今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EFEA"/>
                </a:solidFill>
                <a:latin typeface="PingFang SC"/>
              </a:defRPr>
            </a:pPr>
            <a:r>
              <a:t>编年史者，皇帝的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BBBBBB"/>
                </a:solidFill>
                <a:latin typeface="PingFang SC"/>
              </a:defRPr>
            </a:pPr>
            <a:r>
              <a:t>古代帝王有起居注官。资治通鉴耗时19年。如果当时有AI，他们需要的只是一个App。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6400800" cy="1463040"/>
          </a:xfrm>
          <a:prstGeom prst="rect">
            <a:avLst/>
          </a:prstGeom>
          <a:solidFill>
            <a:srgbClr val="1A1A1C"/>
          </a:solidFill>
          <a:ln w="19050"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1EFEA"/>
                </a:solidFill>
                <a:latin typeface="PingFang SC"/>
              </a:defRPr>
            </a:pPr>
            <a:r>
              <a:t>记录不是为了别人，是为了未来的自己。</a:t>
            </a:r>
          </a:p>
          <a:p>
            <a:pPr>
              <a:defRPr sz="1100">
                <a:solidFill>
                  <a:srgbClr val="999999"/>
                </a:solidFill>
                <a:latin typeface="SF Mono"/>
              </a:defRPr>
            </a:pPr>
            <a:r>
              <a:t>— HAVE DAY 的产品哲学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第二幕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第二幕引子 · 产品定义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Act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 i="0">
                <a:solidFill>
                  <a:srgbClr val="0A0A0B"/>
                </a:solidFill>
                <a:latin typeface="PingFang SC"/>
              </a:defRPr>
            </a:pPr>
            <a:r>
              <a:t>HAVE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7280"/>
                </a:solidFill>
                <a:latin typeface="PingFang SC"/>
              </a:defRPr>
            </a:pPr>
            <a:r>
              <a:t>一款 AI 驱动的电子日记。你只需要说话、拍照，剩下的交给 AI。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ACT II · 产品功能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产品架构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四大核心能力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A0A0B"/>
                </a:solidFill>
                <a:latin typeface="PingFang SC"/>
              </a:defRPr>
            </a:pPr>
            <a:r>
              <a:t>HAVE DAY 的产品架构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F46E5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0A0B"/>
                </a:solidFill>
                <a:latin typeface="PingFang SC"/>
              </a:defRPr>
            </a:pPr>
            <a:r>
              <a:t>语音 + 文字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PingFang SC"/>
              </a:defRPr>
            </a:pPr>
            <a:r>
              <a:t>Web Speech API 实时转写，AI 自动润色修正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474720"/>
            <a:ext cx="91440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F46E5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0A0B"/>
                </a:solidFill>
                <a:latin typeface="PingFang SC"/>
              </a:defRPr>
            </a:pPr>
            <a:r>
              <a:t>照片 + 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PingFang SC"/>
              </a:defRPr>
            </a:pPr>
            <a:r>
              <a:t>每天3张照片，自动压缩存储，AI 描述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617720"/>
            <a:ext cx="91440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F46E5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0A0B"/>
                </a:solidFill>
                <a:latin typeface="PingFang SC"/>
              </a:defRPr>
            </a:pPr>
            <a:r>
              <a:t>日历追溯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PingFang SC"/>
              </a:defRPr>
            </a:pPr>
            <a:r>
              <a:t>任何一天都能回溯，记忆永不丢失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5760720"/>
            <a:ext cx="91440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F46E5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0A0B"/>
                </a:solidFill>
                <a:latin typeface="PingFang SC"/>
              </a:defRPr>
            </a:pPr>
            <a:r>
              <a:t>AI 小哈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PingFang SC"/>
              </a:defRPr>
            </a:pPr>
            <a:r>
              <a:t>你的专属日记助手——总结、安慰、鼓励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ACT II · AI 文字润色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AI 润色 · 原文 vs 润色版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说出来的日记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EFEA"/>
                </a:solidFill>
                <a:latin typeface="PingFang SC"/>
              </a:defRPr>
            </a:pPr>
            <a:r>
              <a:t>你说，AI 帮你写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BBBBBB"/>
                </a:solidFill>
                <a:latin typeface="PingFang SC"/>
              </a:defRPr>
            </a:pPr>
            <a:r>
              <a:t>对着手机说一段话，AI 自动修正错别字、补全语句、润色表达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原文：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PingFang SC"/>
              </a:defRPr>
            </a:pPr>
            <a:r>
              <a:t>"今天和同事去吃了那家新开的川菜馆，辣得我满头大汗但是超级爽"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F46E5"/>
                </a:solidFill>
                <a:latin typeface="SF Mono"/>
              </a:defRPr>
            </a:pPr>
            <a:r>
              <a:t>AI 润色后：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1EFEA"/>
                </a:solidFill>
                <a:latin typeface="PingFang SC"/>
              </a:defRPr>
            </a:pPr>
            <a:r>
              <a:t>"今天和同事们探了一家新开川菜馆，辣得满头大汗却格外痛快。"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ACT II · 功能一览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产品截图 · HAVE DAY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From Text to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A0A0B"/>
                </a:solidFill>
                <a:latin typeface="PingFang SC"/>
              </a:defRPr>
            </a:pPr>
            <a:r>
              <a:t>三大核心交互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📝 日记编辑器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56032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🎤 语音录制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56032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🐾 AI 小哈回复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📷 照片上传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57200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📅 月历追溯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572000"/>
            <a:ext cx="3200400" cy="1645920"/>
          </a:xfrm>
          <a:prstGeom prst="rect">
            <a:avLst/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000">
                <a:solidFill>
                  <a:srgbClr val="0A0A0B"/>
                </a:solidFill>
                <a:latin typeface="PingFang SC"/>
              </a:defRPr>
            </a:pPr>
            <a:r>
              <a:t>📊 年度传记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第三幕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第三幕引子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Act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0" b="1" i="0">
                <a:solidFill>
                  <a:srgbClr val="F1EFEA"/>
                </a:solidFill>
                <a:latin typeface="PingFang SC"/>
              </a:defRPr>
            </a:pPr>
            <a:r>
              <a:t>AI 不只是工具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BBBBB"/>
                </a:solidFill>
                <a:latin typeface="PingFang SC"/>
              </a:defRPr>
            </a:pPr>
            <a:r>
              <a:t>它是你的倾听者、你的传记作家、你的生活搭子。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ACT III · 年度传记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年度传记 · 一键生成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你的专属编年史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A0A0B"/>
                </a:solidFill>
                <a:latin typeface="PingFang SC"/>
              </a:defRPr>
            </a:pPr>
            <a:r>
              <a:t>一键生成年度传记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PingFang SC"/>
              </a:defRPr>
            </a:pPr>
            <a:r>
              <a:t>AI 读取全年日记，分析心情变化、提取高光时刻，用温暖的笔触写成你的年度故事。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058400" cy="1645920"/>
          </a:xfrm>
          <a:prstGeom prst="rect">
            <a:avLst/>
          </a:prstGeom>
          <a:solidFill>
            <a:srgbClr val="E8E5D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B"/>
                </a:solidFill>
                <a:latin typeface="PingFang SC"/>
              </a:defRPr>
            </a:pPr>
            <a:r>
              <a:t>"亲爱的，这是你的 2026 年。这一年你记录了 217 天。春天学会了烘焙，夏天跑了第一次半马，秋天开始学吉他..."</a:t>
            </a:r>
          </a:p>
          <a:p>
            <a:pPr>
              <a:defRPr sz="1000">
                <a:solidFill>
                  <a:srgbClr val="9CA3AF"/>
                </a:solidFill>
                <a:latin typeface="SF Mono"/>
              </a:defRPr>
            </a:pPr>
            <a:r>
              <a:t>— HAVE DAY 年度传记节选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ACT III · 全屏提醒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提醒功能 · Apple 闹钟风格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像苹果闹钟一样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EFEA"/>
                </a:solidFill>
                <a:latin typeface="PingFang SC"/>
              </a:defRPr>
            </a:pPr>
            <a:r>
              <a:t>重要的事，必须被看见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BBBBBB"/>
                </a:solidFill>
                <a:latin typeface="PingFang SC"/>
              </a:defRPr>
            </a:pPr>
            <a:r>
              <a:t>全屏黑色毛玻璃覆盖 + 长按3秒环形按钮确认。不是普通通知，是必须被确认的重要提醒。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6400800" cy="1463040"/>
          </a:xfrm>
          <a:prstGeom prst="rect">
            <a:avLst/>
          </a:prstGeom>
          <a:solidFill>
            <a:srgbClr val="1A1A1C"/>
          </a:solidFill>
          <a:ln w="19050"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1EFEA"/>
                </a:solidFill>
                <a:latin typeface="PingFang SC"/>
              </a:defRPr>
            </a:pPr>
            <a:r>
              <a:t>提醒的本质不是'告知'，是'确认对方已经知道'。长按3秒就是那道确认的门槛。</a:t>
            </a:r>
          </a:p>
          <a:p>
            <a:pPr>
              <a:defRPr sz="1100">
                <a:solidFill>
                  <a:srgbClr val="999999"/>
                </a:solidFill>
                <a:latin typeface="SF Mono"/>
              </a:defRPr>
            </a:pPr>
            <a:r>
              <a:t>— HAVE DAY 设计团队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第四幕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第四幕引子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Act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0" b="1" i="0">
                <a:solidFill>
                  <a:srgbClr val="0A0A0B"/>
                </a:solidFill>
                <a:latin typeface="PingFang SC"/>
              </a:defRPr>
            </a:pPr>
            <a:r>
              <a:t>技术亮点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7280"/>
                </a:solidFill>
                <a:latin typeface="PingFang SC"/>
              </a:defRPr>
            </a:pPr>
            <a:r>
              <a:t>PWA 可安装、离线可用、本地存储、纯前端架构——打开浏览器就能用。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ACT IV · 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技术选型 · 全部开源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EFEA"/>
                </a:solidFill>
                <a:latin typeface="PingFang SC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前端框架：React 18 + TypeScript + Vite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样式 &amp; 动效：Tailwind CSS + Framer Motion（Apple 风格）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本地存储：Dexie.js (IndexedDB)——照片/日记/提醒持久化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语音识别：Web Speech API——浏览器原生，中文普通话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AI 服务：DeepSeek API——文本润色 + 日记总结 + 年报生成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572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PWA 支持：vite-plugin-pwa——可安装、离线浏览已有日记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部署：纯静态文件——Vercel / GitHub Pages / 阿里云 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5778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PingFang SC"/>
              </a:defRPr>
            </a:pPr>
            <a:r>
              <a:t>数据隐私：所有数据存储在用户手机浏览器本地——不上传服务器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ACT IV · 设计哲学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设计哲学 · Apple Minimalism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就像 iOS 原生应用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A0A0B"/>
                </a:solidFill>
                <a:latin typeface="PingFang SC"/>
              </a:defRPr>
            </a:pPr>
            <a:r>
              <a:t>Apple 生态级的设计体验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PingFang SC"/>
              </a:defRPr>
            </a:pPr>
            <a:r>
              <a:t>毛玻璃效果(backdrop-filter)、Framer Motion spring动画、PingFang SC中文排版、safe-area刘海屏适配。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058400" cy="1645920"/>
          </a:xfrm>
          <a:prstGeom prst="rect">
            <a:avLst/>
          </a:prstGeom>
          <a:solidFill>
            <a:srgbClr val="E8E5D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A0A0B"/>
                </a:solidFill>
                <a:latin typeface="PingFang SC"/>
              </a:defRPr>
            </a:pPr>
            <a:r>
              <a:t>"少即是多。每个页面只有一个核心动作，大量留白，让内容自己说话。"</a:t>
            </a:r>
          </a:p>
          <a:p>
            <a:pPr>
              <a:defRPr sz="1000">
                <a:solidFill>
                  <a:srgbClr val="9CA3AF"/>
                </a:solidFill>
                <a:latin typeface="SF Mono"/>
              </a:defRPr>
            </a:pPr>
            <a:r>
              <a:t>— HAVE DAY 设计原则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SF Mono"/>
              </a:defRPr>
            </a:pPr>
            <a:r>
              <a:t>ACT V · 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金句 · 产品价值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99999"/>
                </a:solidFill>
                <a:latin typeface="SF Mono"/>
              </a:defRPr>
            </a:pPr>
            <a: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Have A Nice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F1EFEA"/>
                </a:solidFill>
                <a:latin typeface="PingFang SC"/>
              </a:defRPr>
            </a:pPr>
            <a:r>
              <a:t>"当有一天，你忽然怀念和对象见第一面的那天——恰好你在 HAVE DAY 记录过。再次打开那天的日记，你会觉得这个 App 有价值。"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88"/>
                </a:solidFill>
                <a:latin typeface="SF Mono"/>
              </a:defRPr>
            </a:pPr>
            <a:r>
              <a:t>— HAVE DAY 的初心 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CA3AF"/>
                </a:solidFill>
                <a:latin typeface="SF Mono"/>
              </a:defRPr>
            </a:pPr>
            <a:r>
              <a:t>HAVE DAY ·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HAVE DAY · AI 电子日记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CA3AF"/>
                </a:solidFill>
                <a:latin typeface="SF Mono"/>
              </a:defRPr>
            </a:pPr>
            <a:r>
              <a:t>— 2026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 i="0">
                <a:solidFill>
                  <a:srgbClr val="0A0A0B"/>
                </a:solidFill>
                <a:latin typeface="PingFang SC"/>
              </a:defRPr>
            </a:pPr>
            <a:r>
              <a:t>HAVE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6B7280"/>
                </a:solidFill>
                <a:latin typeface="PingFang SC"/>
              </a:defRPr>
            </a:pPr>
            <a:r>
              <a:t>记录每一天，美好每一天。</a:t>
            </a:r>
            <a:br/>
            <a:r>
              <a:t>期待你成为 HAVE DAY 的第一批用户。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CA3AF"/>
                </a:solidFill>
                <a:latin typeface="SF Mono"/>
              </a:defRPr>
            </a:pPr>
            <a:r>
              <a:t>have-day.vercel.app  ·  coming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